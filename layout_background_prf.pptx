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99DB"/>
    <a:srgbClr val="230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746AA-05C3-4FBA-BB65-B307D6A2D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7F1240-232A-4273-8AEE-D3668A5C4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7CA37D-2841-43E2-A306-0A437B13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0360B9-21A9-4B8F-906B-9093BA2C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C37098-474A-4991-B8C6-E29115E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80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307AE-B751-4888-B2AC-971D726F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95932-CCAC-4CE8-B1D5-F7AC437AC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6F68C2-B30B-4CCC-A248-B5574FE9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51ED44-398C-400B-A3C6-D196B13C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60CF96-7976-4CB7-818E-140555B5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047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9A17F-1133-4409-901D-D654297E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550B34-2A3A-4E7E-BF6E-4874EB171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B8C65D-FA4E-45BB-B221-611E958E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13158A-28BC-47D5-9B0B-AE4E0E00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9ADDA9-CFFC-4D3D-8689-B18F773A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44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7AD36-32B5-45FA-8BF3-DC4B8A9E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5EE66-8185-48B0-A13D-22C25AB21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FBEE5F-4FF5-4EDC-964B-7E27994D5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44D6B0-1FC5-4EDA-8683-680476D87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D087B7-E2CE-43CB-886F-BF9216E8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2E3A57-ACC0-4521-9A48-DF50D3E8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635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E24D2-55C3-4B68-A7C7-34224F522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1F0B-4533-4C0A-902B-0F6A55C78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9C4199-BC4E-4DCF-BC57-91D3A7427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03B95AB-4562-4172-875C-960DCF4E6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AB337A9-D14A-4C4C-B41F-35ABF8F4E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440BC60-4C3A-4CFE-854A-FCC612A3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CECDF3E-F291-4D61-AF89-FCB0CC206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24B8CC4-8F3C-46A1-A972-A8AAA132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439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8DBB5-CB14-44EF-9739-3FD8164C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0BA8553-4FC3-42F1-BF62-28CDFA8B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E52069-0D41-4E69-8C9C-58F6DCE1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26E984-E406-490F-891E-BDF6D60F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82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EC6EC2-6A87-49DE-949B-2A6B44A7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A1015D-E020-4625-B72A-1C9E4E77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7B6CDB-9D0E-491F-BB0D-2D2641B2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00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E87DE-F679-4D0B-9413-73D19330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BB501-C77C-486D-8630-4B70A796D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1E9220-4F0A-42FA-ACB0-CE6BAB02F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5924AC-BA8F-4A8A-B444-37B736EA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36AF4B-645A-4E39-B236-2285224A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70F753-2025-446A-8D92-1107C9D0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0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F07BD-01DD-41AC-A1B8-10A78D23E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65377A-02A3-4ED3-A01E-2255CE903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3FCB61-6F50-40E1-B7A1-25D2F8C25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BA879B-EB4A-4DDD-8D66-40F70ADDB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1C709F-FDF6-4AC5-AF44-1076F7B4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CE1F73-BEBB-4E90-BD87-44B2878B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00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DE6C3-8EF9-4461-BE43-D8420473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64FEA7-A4E8-4782-B70A-6ED03C084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F2F347-275F-478D-8E5F-F931A02C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3ADF31-8D9C-4C78-8579-C337B700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377807-B70A-4F18-B067-BAE5963B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15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7D0EDA-7CC2-48F4-878B-CE7E08DDC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82F300-96F9-406C-AFCB-BA81D5185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835761-39DD-48A5-A95F-70C76D486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ACC8D8-EBA2-491A-B99E-AC2CE26D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5C1320-649C-42B7-9BD7-B1022D0E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913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DABB52B-FAE1-424E-A0FF-B85C297E1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B4249F-DEA9-41BD-AF8A-03AA3657B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837369-0267-4606-B130-24C3156D9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8981F-7109-49E4-85D8-CBAC4D481B7B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240B32-1FFE-4827-BCB9-805737F3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121FF4-20B5-474B-AEC6-440C28283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E4932-FFF8-4CDC-8C01-CBEA3ACB2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25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5624C69-9732-482A-AD6D-1286A89CDA0E}"/>
              </a:ext>
            </a:extLst>
          </p:cNvPr>
          <p:cNvSpPr/>
          <p:nvPr/>
        </p:nvSpPr>
        <p:spPr>
          <a:xfrm>
            <a:off x="0" y="2"/>
            <a:ext cx="12192000" cy="608350"/>
          </a:xfrm>
          <a:prstGeom prst="rect">
            <a:avLst/>
          </a:prstGeom>
          <a:solidFill>
            <a:srgbClr val="230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         </a:t>
            </a:r>
            <a:r>
              <a:rPr lang="pt-BR" sz="2800" dirty="0"/>
              <a:t>SINISTROS DE TRÂNSITO </a:t>
            </a:r>
            <a:r>
              <a:rPr lang="pt-BR" sz="2800" b="1" dirty="0"/>
              <a:t>|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6F61615-4AA8-4446-986D-ADF3DA2C52A6}"/>
              </a:ext>
            </a:extLst>
          </p:cNvPr>
          <p:cNvSpPr/>
          <p:nvPr/>
        </p:nvSpPr>
        <p:spPr>
          <a:xfrm>
            <a:off x="0" y="6540360"/>
            <a:ext cx="12192000" cy="317640"/>
          </a:xfrm>
          <a:prstGeom prst="rect">
            <a:avLst/>
          </a:prstGeom>
          <a:solidFill>
            <a:srgbClr val="230F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6A0B45-6BFE-4832-9A20-262CD4A64979}"/>
              </a:ext>
            </a:extLst>
          </p:cNvPr>
          <p:cNvSpPr/>
          <p:nvPr/>
        </p:nvSpPr>
        <p:spPr>
          <a:xfrm>
            <a:off x="117406" y="1589027"/>
            <a:ext cx="2325600" cy="766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31254F4-8879-4047-8BAD-61968E146011}"/>
              </a:ext>
            </a:extLst>
          </p:cNvPr>
          <p:cNvSpPr/>
          <p:nvPr/>
        </p:nvSpPr>
        <p:spPr>
          <a:xfrm>
            <a:off x="2522468" y="1589025"/>
            <a:ext cx="2325600" cy="766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1B8989B-204E-44C6-BAD4-298C2D05D195}"/>
              </a:ext>
            </a:extLst>
          </p:cNvPr>
          <p:cNvSpPr/>
          <p:nvPr/>
        </p:nvSpPr>
        <p:spPr>
          <a:xfrm>
            <a:off x="4927530" y="1589025"/>
            <a:ext cx="2325600" cy="766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848BE37-C9DE-4EC9-B09D-B8B3B95506E3}"/>
              </a:ext>
            </a:extLst>
          </p:cNvPr>
          <p:cNvSpPr/>
          <p:nvPr/>
        </p:nvSpPr>
        <p:spPr>
          <a:xfrm>
            <a:off x="7343932" y="1589025"/>
            <a:ext cx="2325600" cy="766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245A847-3C21-41FC-96CA-1CECA0F46FEF}"/>
              </a:ext>
            </a:extLst>
          </p:cNvPr>
          <p:cNvSpPr/>
          <p:nvPr/>
        </p:nvSpPr>
        <p:spPr>
          <a:xfrm>
            <a:off x="9773597" y="1589025"/>
            <a:ext cx="2325600" cy="766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CFE1584-3916-42D5-803C-8EED97DAE860}"/>
              </a:ext>
            </a:extLst>
          </p:cNvPr>
          <p:cNvSpPr/>
          <p:nvPr/>
        </p:nvSpPr>
        <p:spPr>
          <a:xfrm>
            <a:off x="117406" y="2444200"/>
            <a:ext cx="3888581" cy="40501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639F70B-95B6-442B-B9F0-567A11DF93DF}"/>
              </a:ext>
            </a:extLst>
          </p:cNvPr>
          <p:cNvSpPr/>
          <p:nvPr/>
        </p:nvSpPr>
        <p:spPr>
          <a:xfrm>
            <a:off x="4092592" y="4502528"/>
            <a:ext cx="3240000" cy="198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FEA3E4D-9466-46E1-9674-A6EEAA12F0D5}"/>
              </a:ext>
            </a:extLst>
          </p:cNvPr>
          <p:cNvSpPr/>
          <p:nvPr/>
        </p:nvSpPr>
        <p:spPr>
          <a:xfrm>
            <a:off x="7419197" y="4502528"/>
            <a:ext cx="4680000" cy="1969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5CBB31A-51D4-40E6-92F9-58E38E6386DC}"/>
              </a:ext>
            </a:extLst>
          </p:cNvPr>
          <p:cNvSpPr/>
          <p:nvPr/>
        </p:nvSpPr>
        <p:spPr>
          <a:xfrm>
            <a:off x="0" y="608351"/>
            <a:ext cx="12192000" cy="317640"/>
          </a:xfrm>
          <a:prstGeom prst="rect">
            <a:avLst/>
          </a:prstGeom>
          <a:solidFill>
            <a:srgbClr val="2D99DB"/>
          </a:solidFill>
          <a:ln>
            <a:solidFill>
              <a:srgbClr val="2D99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D2BC91C0-FA14-4E18-B472-F7BABFA1E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68"/>
            <a:ext cx="476365" cy="57811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96821CE-571B-4742-BA0D-A901FE148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6" b="89971" l="9993" r="94173">
                        <a14:foregroundMark x1="12923" y1="37427" x2="12923" y2="37427"/>
                        <a14:foregroundMark x1="77604" y1="24055" x2="82324" y2="29360"/>
                        <a14:foregroundMark x1="94173" y1="22020" x2="94173" y2="22020"/>
                        <a14:foregroundMark x1="89616" y1="22020" x2="90169" y2="29360"/>
                        <a14:foregroundMark x1="71940" y1="31759" x2="71940" y2="317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2390"/>
            <a:ext cx="726942" cy="325610"/>
          </a:xfrm>
          <a:prstGeom prst="rect">
            <a:avLst/>
          </a:prstGeom>
        </p:spPr>
      </p:pic>
      <p:sp>
        <p:nvSpPr>
          <p:cNvPr id="31" name="Retângulo 30">
            <a:extLst>
              <a:ext uri="{FF2B5EF4-FFF2-40B4-BE49-F238E27FC236}">
                <a16:creationId xmlns:a16="http://schemas.microsoft.com/office/drawing/2014/main" id="{7EFF57FF-282D-4F05-8220-88341DFA7127}"/>
              </a:ext>
            </a:extLst>
          </p:cNvPr>
          <p:cNvSpPr/>
          <p:nvPr/>
        </p:nvSpPr>
        <p:spPr>
          <a:xfrm>
            <a:off x="4092592" y="2444200"/>
            <a:ext cx="3240000" cy="198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196B7A6-F2D7-4110-94A2-B2D1911293E1}"/>
              </a:ext>
            </a:extLst>
          </p:cNvPr>
          <p:cNvSpPr/>
          <p:nvPr/>
        </p:nvSpPr>
        <p:spPr>
          <a:xfrm>
            <a:off x="7419197" y="2453001"/>
            <a:ext cx="4680000" cy="1969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50512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Danilo Gabriel Evangelista Pereira</dc:creator>
  <cp:lastModifiedBy>Danilo Gabriel Evangelista Pereira</cp:lastModifiedBy>
  <cp:revision>7</cp:revision>
  <dcterms:created xsi:type="dcterms:W3CDTF">2025-11-25T00:35:47Z</dcterms:created>
  <dcterms:modified xsi:type="dcterms:W3CDTF">2025-11-25T17:01:26Z</dcterms:modified>
</cp:coreProperties>
</file>